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artwork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Editable line 3"/>
          <p:cNvSpPr txBox="1"/>
          <p:nvPr/>
        </p:nvSpPr>
        <p:spPr>
          <a:xfrm>
            <a:off x="508000" y="484188"/>
            <a:ext cx="2884170" cy="461645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/>
            <a:r>
              <a:rPr lang="en-US" sz="2500" b="0" i="0">
                <a:solidFill>
                  <a:srgbClr val="000000"/>
                </a:solidFill>
              </a:rPr>
              <a:t>Editable slide export</a:t>
            </a:r>
            <a:endParaRPr/>
          </a:p>
        </p:txBody>
      </p:sp>
      <p:sp>
        <p:nvSpPr>
          <p:cNvPr id="4" name="Editable line 4"/>
          <p:cNvSpPr txBox="1"/>
          <p:nvPr/>
        </p:nvSpPr>
        <p:spPr>
          <a:xfrm>
            <a:off x="635000" y="1432560"/>
            <a:ext cx="3763670" cy="304597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/>
            <a:r>
              <a:rPr lang="en-US" sz="1600" b="0" i="0">
                <a:solidFill>
                  <a:srgbClr val="000000"/>
                </a:solidFill>
              </a:rPr>
              <a:t>Preserve page artwork and text positions.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